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yaba jabeen" userId="a0006625f7c23aa1" providerId="LiveId" clId="{62079A8C-6684-4FCE-89CB-82AF54DF158E}"/>
    <pc:docChg chg="undo custSel addSld delSld modSld">
      <pc:chgData name="Tayyaba jabeen" userId="a0006625f7c23aa1" providerId="LiveId" clId="{62079A8C-6684-4FCE-89CB-82AF54DF158E}" dt="2026-07-30T14:44:51.657" v="16" actId="14100"/>
      <pc:docMkLst>
        <pc:docMk/>
      </pc:docMkLst>
      <pc:sldChg chg="modSp mod">
        <pc:chgData name="Tayyaba jabeen" userId="a0006625f7c23aa1" providerId="LiveId" clId="{62079A8C-6684-4FCE-89CB-82AF54DF158E}" dt="2026-07-30T14:44:29.561" v="12" actId="1076"/>
        <pc:sldMkLst>
          <pc:docMk/>
          <pc:sldMk cId="3592924571" sldId="263"/>
        </pc:sldMkLst>
        <pc:picChg chg="mod">
          <ac:chgData name="Tayyaba jabeen" userId="a0006625f7c23aa1" providerId="LiveId" clId="{62079A8C-6684-4FCE-89CB-82AF54DF158E}" dt="2026-07-30T14:44:29.561" v="12" actId="1076"/>
          <ac:picMkLst>
            <pc:docMk/>
            <pc:sldMk cId="3592924571" sldId="263"/>
            <ac:picMk id="3" creationId="{D133F154-EE7F-BCE9-5CDA-01C69E5FC7AD}"/>
          </ac:picMkLst>
        </pc:picChg>
      </pc:sldChg>
      <pc:sldChg chg="addSp modSp new mod">
        <pc:chgData name="Tayyaba jabeen" userId="a0006625f7c23aa1" providerId="LiveId" clId="{62079A8C-6684-4FCE-89CB-82AF54DF158E}" dt="2026-07-30T14:44:51.657" v="16" actId="14100"/>
        <pc:sldMkLst>
          <pc:docMk/>
          <pc:sldMk cId="3124654291" sldId="264"/>
        </pc:sldMkLst>
        <pc:picChg chg="add mod">
          <ac:chgData name="Tayyaba jabeen" userId="a0006625f7c23aa1" providerId="LiveId" clId="{62079A8C-6684-4FCE-89CB-82AF54DF158E}" dt="2026-07-30T14:44:51.657" v="16" actId="14100"/>
          <ac:picMkLst>
            <pc:docMk/>
            <pc:sldMk cId="3124654291" sldId="264"/>
            <ac:picMk id="3" creationId="{2B0D9F4A-A7EF-50E7-B503-4D512688BBD3}"/>
          </ac:picMkLst>
        </pc:picChg>
      </pc:sldChg>
      <pc:sldChg chg="delSp modSp del mod">
        <pc:chgData name="Tayyaba jabeen" userId="a0006625f7c23aa1" providerId="LiveId" clId="{62079A8C-6684-4FCE-89CB-82AF54DF158E}" dt="2026-07-30T14:43:12.251" v="3" actId="680"/>
        <pc:sldMkLst>
          <pc:docMk/>
          <pc:sldMk cId="4011508267" sldId="264"/>
        </pc:sldMkLst>
        <pc:picChg chg="del mod">
          <ac:chgData name="Tayyaba jabeen" userId="a0006625f7c23aa1" providerId="LiveId" clId="{62079A8C-6684-4FCE-89CB-82AF54DF158E}" dt="2026-07-30T14:43:12.243" v="2" actId="22"/>
          <ac:picMkLst>
            <pc:docMk/>
            <pc:sldMk cId="4011508267" sldId="264"/>
            <ac:picMk id="3" creationId="{1FB5F3FC-A5FA-5245-0742-FB04AA0EC7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0C556-2F05-4B16-ABCC-1FEADEFC30B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FFDC1-052E-47EF-851E-09298570D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1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FFDC1-052E-47EF-851E-09298570DC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47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59DB-FD0A-65D3-A32D-38AE64007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87A28-EB5D-4AD8-F803-CF2CF38C4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E48EF-29D9-3A06-0D43-75507B38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D7784-2275-3697-E636-5B635067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2A5BF-986D-1F71-8B83-AC92950B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1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C53C-9B87-D92C-FBAD-73BCE195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4C56-E8F3-4350-2BDC-6D5AEE880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56D74-D383-3CBC-0BDA-C6269EBF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D1C7D-6E3C-07C7-DD80-F6A0272B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83432-5E5A-8C8D-B694-58500846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7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EAC0-DAA3-F06E-7FF5-FE56A383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14D90-EFE0-5110-89CC-D43D7097E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B74A-5968-B135-0038-B9ECA3C7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12500-9A77-F992-D178-3C0B6B90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21C10-02E7-C092-C227-2AD37ED5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76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FABA-CC70-6089-E603-1D2ED757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9BB11-002A-6F0E-BEF9-761004065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B1FCE-A816-6D1F-9971-DAA17982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D92CA-1B91-56E0-A955-27E0FB7D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BB045-B9AB-7AB3-1D25-832156BC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BACC1-B47B-4198-8607-1D5260BB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6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43ED-CA9B-ED94-492D-8C0269CA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08665-55C7-CE7F-9CEA-9CC1F72A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E6A7C-6C1B-8147-7659-5B91F2553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5CB77-D204-690E-F982-17425E890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8B67E-0238-B7C8-D15C-FB4F5461D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4D1C1-258D-0AB8-E161-06ACA77E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A22C1-8F73-C67C-1FDF-236759FC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14C04-86F9-FB0B-4D2A-6461C262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29ED-4760-98AF-B94B-C3262B03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9DBE6-BC23-D1C9-E386-2B62A4B1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F5B34-A3D2-5779-1519-F617355F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E6197-67D2-0DA7-2A59-52ADEB38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647F0-FF9A-F419-BF03-945C28E7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3CDD4-1A14-94A8-2237-E9235B41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09149-C59C-DA15-272F-9FFCF625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1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32DB-1AAE-5833-A538-778B802C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B750-E152-A875-FF7B-C54461595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BABF1-00BE-CCFB-8447-989CB5712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4247B-F8EB-28E7-DC26-566ED1DC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5D5D7-F254-DF3C-6761-B609BCE0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AB2DD-9E94-FFBD-84E3-CE3A221F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6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046F-4840-41D0-E946-8623E7DAE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6D06E-1932-B2AE-B17F-505DA22B1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64516-4D67-45E8-0D93-81E5A458C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DE760-A425-4BE9-6DEC-FE6CDBD6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7BF27-91D7-3743-0B6E-6594823E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A06A5-576E-077B-5300-94558616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FC8F-2A38-C6F3-0864-87EB98F9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8A22B-A266-92A9-0326-AA37EA95A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4914-9415-4D6C-91C7-8643CDBCC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491ED-E448-51A6-134B-B4E45139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8A7A9-EA79-C0A4-974B-EF7347DD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D9864-4AFD-CFA2-6B68-93AEF7702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6DC51-893A-425C-3684-E2DE977FD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3DA3C-60D8-3F55-5E71-6C45151F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DF16-7E83-AF2E-C6E7-94957875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5917-CEEE-2BFC-51BA-EE8C6D72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9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E11EF-E23F-A354-8B42-070870CB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80DD4-9958-732E-F0E2-C4280D600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987FB-2EA7-BE33-FCDE-757FC26E2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1B7B8-88EE-4511-A014-F7A80145469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3E2B-E813-6690-7592-00DE76811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3FD7-58B9-272D-C2AE-C74B84C88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F940D-5B63-4C06-9548-C530F7CA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3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67E1EA-3D66-B3A1-F192-44282C57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1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49B87F-3A7C-BA7C-C715-744018E5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0075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3DF1DE-D373-16A8-60E0-72B4B6813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29" y="0"/>
            <a:ext cx="680357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4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D16C8-5AD3-F6A7-E2F8-9512D4DC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4329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4A554-2965-CA32-C245-DCE53DF8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670" y="0"/>
            <a:ext cx="6874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9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16F263-BFDE-6D2E-3E49-6C618E764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0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0D671-8B59-3B87-5066-E016F00B7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8" y="114299"/>
            <a:ext cx="5924552" cy="3004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E85C99-9411-ED51-E709-7FA179CD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8" y="3331028"/>
            <a:ext cx="5981702" cy="3412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71187-56C3-3EC5-5F3F-136B4BA4A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44" y="114299"/>
            <a:ext cx="5763986" cy="3004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10641E-6EAB-DD0D-30B3-C7442C862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842" y="3331029"/>
            <a:ext cx="5763987" cy="34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4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F10E7-9BA0-5F19-B5B5-5FE01AEE3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5812972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A169C-4299-E2B6-D531-B91F0BC79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484" y="0"/>
            <a:ext cx="6237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6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3F154-EE7F-BCE9-5CDA-01C69E5FC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5" y="0"/>
            <a:ext cx="11772470" cy="69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2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0D9F4A-A7EF-50E7-B503-4D512688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295" y="0"/>
            <a:ext cx="12304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</Words>
  <Application>Microsoft Office PowerPoint</Application>
  <PresentationFormat>Widescreen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Tayyaba jabeen</dc:creator>
  <cp:lastModifiedBy>Tayyaba jabeen</cp:lastModifiedBy>
  <cp:revision>1</cp:revision>
  <dcterms:created xsi:type="dcterms:W3CDTF">2026-07-30T13:44:56Z</dcterms:created>
  <dcterms:modified xsi:type="dcterms:W3CDTF">2026-07-30T14:44:56Z</dcterms:modified>
</cp:coreProperties>
</file>